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80% de quienes intentan invertir en bienes raíces nunca cierran su primer deal. El otro 20% sigue un proceso. Nosotros te damos ese proceso. No te enseñamos qué pensar; te enseñamos qué hacer cuando estás solo frente a tu pantalla un martes a las 9 PM con una propiedad que parece "una ganga".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los 4 anclajes pedagógicos. Léelos al inicio y vuelve a ellos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empieza comprando. Empiezas construyendo el negocio (E0). Luego aprendes a mirar (E1). Luego consigues dinero y equipo (E2). Recién entonces compras (E3). El orden importa porque si te saltas pasos, pierdes dinero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 honesto sobre lo que ESTO no es. Eso elimina expectativas equivocadas y atrae al estudiante correcto.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números NO son promesas. Son rangos típicos cuando el estudiante sigue el sistema. Si alguien promete más, miente. Si alguien promete menos, no ha cerrado deals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fórmula te va a salvar la inversión. Cuando estés en una visita y la casa te enamora, repite: ARV × 75% − Remodelación − Cierre. Si el precio queda arriba, no es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Semana 1 NO es comprar. Es ordenar. Quienes saltan este orden, después se atascan en E2 sin 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Reconoce esto en voz alta porque MUCHOS estudiantes se quedan en esta trampa. Si llevas 6 meses leyendo y no has hecho UN drive-through a un ZIP code, no eres "más informado", estás bloqueado.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primera transferencia: pasas de escuchar a actuar. El Quick Win NO es un análisis sofisticado — es entrenar tu ojo. Después en E1 lo vamos a sistematizar.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pedagógico: hace memoria explícita de lo aprendido. Esto ancla el contenido en memoria de largo plazo.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energía. Confirma fecha y hora exacta de la próxima clase. Recuerda subir el Quick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FLIPMENTORÍA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1645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11480"/>
            <a:ext cx="1143000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FLIPMENTORÍA · Clase 1 · Tu Ruta de 90 días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</a:rPr>
              <a:t>FLIPMENTORÍA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Tu Ruta de 90 días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103327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</a:rPr>
              <a:t>"De la intención a tu primer deal estructurado"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Etapas (E0-E5)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78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Tareas guiadas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90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9552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Días al primer deal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 diferencia entre los que cierran su primer deal y los que no…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11430000" cy="1280160"/>
          </a:xfrm>
          <a:prstGeom prst="roundRect">
            <a:avLst>
              <a:gd name="adj" fmla="val 7143"/>
            </a:avLst>
          </a:prstGeom>
          <a:solidFill>
            <a:srgbClr val="1C2A4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FF3"/>
                </a:solidFill>
              </a:rPr>
              <a:t>No es </a:t>
            </a:r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conocimiento</a:t>
            </a:r>
            <a:pPr indent="0" marL="0">
              <a:buNone/>
            </a:pPr>
            <a:r>
              <a:rPr lang="en-US" sz="1800" dirty="0">
                <a:solidFill>
                  <a:srgbClr val="EAFFF3"/>
                </a:solidFill>
              </a:rPr>
              <a:t> — es </a:t>
            </a:r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ejecución guiada con criterio.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Al terminar esta clase vas a…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Conocer el mapa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Entender las 6 etapas E0-E5 y por qué van en ese orden estricto.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 tu rol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No eres "alguien que invierte" — eres operador de un negocio con cronograma.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Calibrar tiempos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Cuántas horas por semana, qué semana hace qué, dónde quedan los hitos.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968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5256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Empezar HOY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Salir con tu Quick Win de semana 1 ya identificado y con fecha.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Las 6 etapas del programa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E0 Fundación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Legal · Mentalidad · Stack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75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6032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E1 Evaluar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Buy Box · ARV · MAO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8912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E2 Estructurar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Dinero · Red · Equipo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751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1792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E3 Ejecutar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Compra · Obra · Calidad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5039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04672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E4 Salida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467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Vender · Rentar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3327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875520" y="3291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E5 Escalar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755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Sistemas · Multi-deal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Lo que NO es esta mentoría vs. lo que SÍ 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FEE2E2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</a:rPr>
              <a:t>Lo que NO 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Cursos genéricos que escuchas y olvidas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Comunidades donde nadie cierra deals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Gurús vendiéndote el "secret"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"Invertir desde el celular en 5 minutos"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F1D1D"/>
                </a:solidFill>
              </a:rPr>
              <a:t>✗ Una promesa de hacerte rico rápido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DCFCE7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Lo que SÍ 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6517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Ruta operativa de 90 días con entregables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Soporte 1-1 cuando te atascas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Sistema con biblioteca de tareas y contactos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Acompañamiento hasta tu primer deal cerrado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532D"/>
                </a:solidFill>
              </a:rPr>
              <a:t>✓ Construcción de criterio, no atajos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Cómo se ven los números si haces el trabajo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Capital típico para empezar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$30-50K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puede ser HML + socio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232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04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Margen objetivo por deal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04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18-25%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604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sobre ARV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Tiempo del primer flip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4-6 meses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incluyendo cierre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382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54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ROI sobre capital propio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754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25-40%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754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apalancando bien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 fórmula que vamos a internalizar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ARV (After Repair Value)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Lo que vale arreglada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× 75% (Regla)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Margen + costos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− Remodelación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Estimado conservador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− Costos de cierre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696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~3-5% del precio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= MAO (Max Allowable Offer)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Lo MÁXIMO que ofreces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Si te piden más → descartas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6696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Sin negociación emocional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Tu Semana 1 — qué entregas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Conocer el camino completo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Ver todas las etapas, no solo la siguiente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4963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Configurar Taskade + Fliptrack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8163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Tu portal personal del programa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2095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Definir Big Why por escrito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52958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Por qué quieres este negocio, frase específica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92277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Bloquear 5 horas/semana en tu agenda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24281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No-negociable. Mismas horas, mismo lugar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27448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4636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Identificar tu Quick Win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956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Una victoria pequeña visible en 7 días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5349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Subir tu primer entregable al sistema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5669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Aunque sea imperfecto. Submit &gt; polish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 trampa que ya conoces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11430000" cy="1371600"/>
          </a:xfrm>
          <a:prstGeom prst="roundRect">
            <a:avLst>
              <a:gd name="adj" fmla="val 6667"/>
            </a:avLst>
          </a:prstGeom>
          <a:solidFill>
            <a:srgbClr val="143726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AFFF3"/>
                </a:solidFill>
              </a:rPr>
              <a:t>No te atasques en "investigar más". Investigar más sin actuar es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97706"/>
                </a:solidFill>
              </a:rPr>
              <a:t>procrastinación disfrazada de aprendizaje.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Tu primer Quick Win — antes de la próxima clase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91640"/>
            <a:ext cx="5440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</a:rPr>
              <a:t>EL RETO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Identifica 3 ZIP codes donde TE GUSTARÍA invertir y manéjate físicamente por uno de ellos esta semana. No analices nada todavía — solo mira. Toma 10 fotos.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691640"/>
            <a:ext cx="5440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7857"/>
                </a:solidFill>
              </a:rPr>
              <a:t>ENTREGABLE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Entrega un mini-reporte (3 párrafos + 10 fotos)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¿Qué notaste de las casas? (cuidadas, abandonadas, en obra)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¿Quién camina por ahí? (familias, jóvenes, ancianos)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Tu hipótesis: ¿es zona A, B o C? ¿por qué?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437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29768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074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3"/>
                </a:solidFill>
              </a:rPr>
              <a:t>Mejor un Quick Win imperfecto que la perfecta tarea que nunca entregas.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Lo que te llevas de hoy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103120"/>
            <a:ext cx="3642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Aprendiste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 el negocio como 6 etapas con orden estricto, no como "buscar casas baratas"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4528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5280" y="2103120"/>
            <a:ext cx="3642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388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38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5968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Aprendiste 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7388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El primer deal toma 90 días si sigues el sistema y construyes la base primero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2480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24800" y="2103120"/>
            <a:ext cx="3642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340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34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3920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Te comprometes 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5340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Hacer tu drive-through esta semana y subir el reporte al sistema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Nos vemos en la Clase 2 — empezamos a construir tu negocio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</a:rPr>
              <a:t>FLIPMENTORÍA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"No empiezas comprando una casa. Empiezas siendo inversionista."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— FlipMentoría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E0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Estás aquí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Días para tu Quick Win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90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9552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Días al primer deal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FlipMentoría · Empresa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· Tu Ruta de 90 días</dc:title>
  <dc:subject>PptxGenJS Presentation</dc:subject>
  <dc:creator>PptxGenJS</dc:creator>
  <cp:lastModifiedBy>PptxGenJS</cp:lastModifiedBy>
  <cp:revision>1</cp:revision>
  <dcterms:created xsi:type="dcterms:W3CDTF">2026-06-03T19:58:37Z</dcterms:created>
  <dcterms:modified xsi:type="dcterms:W3CDTF">2026-06-03T19:58:37Z</dcterms:modified>
</cp:coreProperties>
</file>