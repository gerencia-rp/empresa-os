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cambia el chip. La pregunta no es "¿cuánto tengo yo?", es "¿cuánta gente confía en mi sistema lo suficiente como para prestarme?" El primer deal se hace con $20K propio + $200K prestado.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una mejor que las otras. Hay una que cuadra a tu situación. Casi todos los estudiantes empiezan con HML porque es la más rápida y no exige track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tu lista de chequeo. Llama 10 HMLs y haz exactamente estas preguntas. Vas a ver que las tasas son similares (10-12%), pero la diferencia está en velocidad y flexibilidad de remodel. Esa diferencia te ahorra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son rangos típicos. El número exacto importa menos que el TOTAL: tasa + puntos + términos = costo total del dinero. Suma todo antes de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Mariana no era especial: hizo el trabajo de E2 por 30 días, contactó 18 wholesalers, fue a 4 REIAs. Su 5to deal off-market recibido fue el bueno. Sin red, sin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80% de los problemas en obra son por GC mal elegido. Si saltas esta verificación, vas a pagar el doble: en sobrecosto y en estrés.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Cuando aparezca el deal bueno, no tienes 2 semanas para conseguir HML. Tienes 24-48 horas para decir "sí". Por eso E2 va antes que E3.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FLIPMENTORÍA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38560" y="1645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11480"/>
            <a:ext cx="11430000" cy="182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FLIPMENTORÍA · E2 Estructurar · Hard Money, Wholesalers y Equipo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</a:rPr>
              <a:t>FLIPMENTORÍA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E2 · Estructurar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103327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</a:rPr>
              <a:t>"Cómo armar tu red de dinero, deals y obra antes de comprar"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HMLs a entrevistar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20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976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Wholesalers en tu 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754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955280" y="5440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GCs verificados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verdad sobre el dinero en bienes raíces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11430000" cy="1280160"/>
          </a:xfrm>
          <a:prstGeom prst="roundRect">
            <a:avLst>
              <a:gd name="adj" fmla="val 7143"/>
            </a:avLst>
          </a:prstGeom>
          <a:solidFill>
            <a:srgbClr val="1C2A4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FF3"/>
                </a:solidFill>
              </a:rPr>
              <a:t>No es </a:t>
            </a:r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tu dinero</a:t>
            </a:r>
            <a:pPr indent="0" marL="0">
              <a:buNone/>
            </a:pPr>
            <a:r>
              <a:rPr lang="en-US" sz="1800" dirty="0">
                <a:solidFill>
                  <a:srgbClr val="EAFFF3"/>
                </a:solidFill>
              </a:rPr>
              <a:t> el que compra la casa. Es el </a:t>
            </a:r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dinero de otra gente que confía en tu sistema.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Al terminar dominas…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Hard Money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Cómo entrevistar HMLs, comparar term sheets, elegir primario + backup.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Wholesalers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Dónde encontrar mayoristas activos y cómo entrar a sus buyer lists.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Contratistas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Cómo identificar 10 GCs, verificar licencias y pedir bids comparables.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0" y="169164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16263F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1874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52560" y="25603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 propia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301752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Sistemas de eventos, follow-up y construcción de relación a largo plazo.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Las 3 fuentes de financiación que conocerás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1031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1031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Hard Money Lenders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Para compra + remodel · Rápido · ~10-12%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607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891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Private Money / Socios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Familia, amigos, inversionistas pasivos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93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418320" y="237744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46720" y="3291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HELOC vivienda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Tu casa principal como colateral · Barato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Comparativa de las 3 fuentes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737360"/>
            <a:ext cx="3627120" cy="4114800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737360"/>
            <a:ext cx="36271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344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Hard Money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Capital inicial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$0 down posible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ROI esperado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10-12%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Tiempo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7-15 días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326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Tu primer deal · Velocidad sobre todo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75760" y="1737360"/>
            <a:ext cx="3627120" cy="4114800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75760" y="1737360"/>
            <a:ext cx="36271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7200" y="1828800"/>
            <a:ext cx="344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Private Money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58640" y="251460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Capital inicial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58640" y="274320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Variable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58640" y="329184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ROI esperado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58640" y="352044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6-10%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58640" y="406908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Tiempo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58640" y="429768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15-30 días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8640" y="5120640"/>
            <a:ext cx="326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Quienes ya tienen track record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85760" y="1737360"/>
            <a:ext cx="3627120" cy="4114800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85760" y="1737360"/>
            <a:ext cx="36271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77200" y="1828800"/>
            <a:ext cx="344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HELOC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68640" y="251460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Capital inicial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68640" y="274320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~$50K límite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68640" y="329184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ROI esperado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68640" y="352044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7-9%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68640" y="4069080"/>
            <a:ext cx="326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Tiempo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68640" y="4297680"/>
            <a:ext cx="326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30-60 días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68640" y="5120640"/>
            <a:ext cx="326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Quien tiene equity en su casa principal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Las 10 preguntas que le haces a cada HML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1. Tasa de interés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%/año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2. Puntos al cierre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% del préstamo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3. % de compra que financia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70%–85%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4. ¿Financia remodel?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696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Sí/no · ¿Cómo?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5. Velocidad de cierre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Días desde aplicación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6. Mínimo de credit 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696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660+ típicamente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16052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7. ¿Pide tasación independiente?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0624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Sí/no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16052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1072" y="416052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8. ¿Pre-pago penalizado?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Sí/no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93776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93776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937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9. ¿Reservas de cash exigidas?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06240" y="4937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0 / 3 / 6 meses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493776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1072" y="493776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937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10. ¿Construction draws?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66960" y="4937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Sí/cuántos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Números de Hard Money típicos en EE.UU.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Tasa promedio HML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10.5%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rango 9-13%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232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04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Puntos al cierre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04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2.5pts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604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rango 1-4 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% compra financiada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80%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down 20% típico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38260" y="1828800"/>
            <a:ext cx="267462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5420" y="196596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Velocidad de cierre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75420" y="2286000"/>
            <a:ext cx="24003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10 días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75420" y="3246120"/>
            <a:ext cx="2400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puede ser 5-30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Cómo armas tu red de Wholesalers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Identifica 20 wholesalers activos en tu mercado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Búsqueda en Facebook groups, REIAs, BiggerPockets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4963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Suscríbete a sus buyer lists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Por email — deals llegan a tu inbox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2095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Preséntate con tu Buy Box corto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58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 página: zona, tipo, precio, criterios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92277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Asiste físicamente a 5 eventos REIA / 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24281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 presencia construye confianza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27448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27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4636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Follow-up activo dentro de 48hs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956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Mensaje personal después de cada contacto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Análisis express de cada deal entrante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5669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Respuesta en &lt;2 horas con SÍ/NO + razón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Caso real · Cómo Mariana cerró su deal en Houston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45920"/>
            <a:ext cx="1143000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📍 Caso M.G. · Spring, TX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95528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D97706"/>
                </a:solidFill>
              </a:rPr>
              <a:t>Wholesale → Flip · 1er deal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Compra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$148,000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4612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Remodelación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</a:rPr>
              <a:t>$32,000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ARV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$252,000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006840" y="256032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Ganancia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$35,400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97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⏱ Duración del proyecto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4 meses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989320" y="420624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💰 ROI del deal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4617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7857"/>
                </a:solidFill>
              </a:rPr>
              <a:t>24%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65760" y="57150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</a:rPr>
              <a:t>"Su HML cerró en 8 días. Su wholesaler le mandó el deal antes de que llegara al MLS. Sin la red, no había deal — había una casa cara en Zillow."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Cómo verificas que un GC no te vaya a estafar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Licencia activa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Verificar en portal del estado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82880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Seguro de responsabilidad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0" y="18288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≥$1M de cobertura GL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Workers Comp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Activo y vigente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60604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06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 referencias verificables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66960" y="26060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Llamadas, no mensajes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Visita a obra activa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Ver cómo trabaja en vivo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338328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383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Bid escrito detallado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6696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Línea por línea, no globo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16052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BBB rating / Google reviews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0624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≥4 estrellas, 20+ reseñas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160520"/>
            <a:ext cx="73152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1072" y="4160520"/>
            <a:ext cx="5321808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160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Contrato AIA o equivalente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66960" y="4160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Nada de "confiamos en la palabra"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La regla que vas 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11430000" cy="1371600"/>
          </a:xfrm>
          <a:prstGeom prst="roundRect">
            <a:avLst>
              <a:gd name="adj" fmla="val 6667"/>
            </a:avLst>
          </a:prstGeom>
          <a:solidFill>
            <a:srgbClr val="143726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AFFF3"/>
                </a:solidFill>
              </a:rPr>
              <a:t>Antes de comprar tu primera casa necesitas tener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D97706"/>
                </a:solidFill>
              </a:rPr>
              <a:t>2 HMLs aprobados, 5 wholesalers en buyer list y 3 GCs verificados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AFFF3"/>
                </a:solidFill>
              </a:rPr>
              <a:t>. No improvises ninguna pieza.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Tu ejercicio de la semana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91640"/>
            <a:ext cx="5440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</a:rPr>
              <a:t>EL RETO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Hace 10 llamadas a HMLs en tu mercado usando la lista de 10 preguntas. Identifica 20 wholesalers activos, suscribite a sus listas, asiste a 1 REIA presencial.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1691640"/>
            <a:ext cx="5440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7857"/>
                </a:solidFill>
              </a:rPr>
              <a:t>ENTREGABLE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194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Sube al sistema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10 term sheets (o resumen de cada llamada)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Tu HML primario elegido + razón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Tu HML backup + razón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Lista de 20 wholesalers contactados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</a:rPr>
              <a:t>Foto del REIA donde estuviste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4372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29768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4074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FF3"/>
                </a:solidFill>
              </a:rPr>
              <a:t>Sin 2 HMLs aprobados + buyer list activa, NO se puede pasar a E3.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Lo que te llevas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103120"/>
            <a:ext cx="3642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Aprendiste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Comparar HMLs en 10 dimensiones — no solo tasa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4528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5280" y="2103120"/>
            <a:ext cx="3642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388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38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5968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Aprendiste 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388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Construir red de wholesalers sistemáticamente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24800" y="2103120"/>
            <a:ext cx="3642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4800" y="2103120"/>
            <a:ext cx="3642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3400" y="2331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3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39200" y="2377440"/>
            <a:ext cx="2545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Te comprometes 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53400" y="2971800"/>
            <a:ext cx="3230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Tener 2 HMLs aprobados y 5 wholesalers en lista en 2 semanas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En E3 ya compramos la casa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</a:rPr>
              <a:t>FLIPMENTORÍA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"Los deals los gana quien tiene la red lista cuando el deal aparece, no quien la arma cuando ya pasó."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— FlipMentoría · Clase E2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HMLs primarios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20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976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Wholesalers contacto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4572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</a:rPr>
              <a:t>10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955280" y="5349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GCs verificados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FlipMentoría · Empresa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 Estructurar · Hard Money, Wholesalers y Equipo</dc:title>
  <dc:subject>PptxGenJS Presentation</dc:subject>
  <dc:creator>PptxGenJS</dc:creator>
  <cp:lastModifiedBy>PptxGenJS</cp:lastModifiedBy>
  <cp:revision>1</cp:revision>
  <dcterms:created xsi:type="dcterms:W3CDTF">2026-06-03T19:58:37Z</dcterms:created>
  <dcterms:modified xsi:type="dcterms:W3CDTF">2026-06-03T19:58:37Z</dcterms:modified>
</cp:coreProperties>
</file>